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57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Cartel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Coverage result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v>Functions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K2Stream!$A$2:$A$12</c:f>
              <c:strCache>
                <c:ptCount val="11"/>
                <c:pt idx="0">
                  <c:v>connections.rs</c:v>
                </c:pt>
                <c:pt idx="1">
                  <c:v>errors.rs</c:v>
                </c:pt>
                <c:pt idx="2">
                  <c:v>library.rs</c:v>
                </c:pt>
                <c:pt idx="3">
                  <c:v>memory.rs</c:v>
                </c:pt>
                <c:pt idx="4">
                  <c:v>modes.rs</c:v>
                </c:pt>
                <c:pt idx="5">
                  <c:v>parameters.rs</c:v>
                </c:pt>
                <c:pt idx="6">
                  <c:v>processors.rs</c:v>
                </c:pt>
                <c:pt idx="7">
                  <c:v>states.rs</c:v>
                </c:pt>
                <c:pt idx="8">
                  <c:v>stream_controller.rs</c:v>
                </c:pt>
                <c:pt idx="10">
                  <c:v>Totale</c:v>
                </c:pt>
              </c:strCache>
            </c:strRef>
          </c:cat>
          <c:val>
            <c:numRef>
              <c:f>K2Stream!$C$2:$C$12</c:f>
              <c:numCache>
                <c:formatCode>General</c:formatCode>
                <c:ptCount val="11"/>
                <c:pt idx="0">
                  <c:v>26</c:v>
                </c:pt>
                <c:pt idx="1">
                  <c:v>3</c:v>
                </c:pt>
                <c:pt idx="2">
                  <c:v>8</c:v>
                </c:pt>
                <c:pt idx="3">
                  <c:v>11</c:v>
                </c:pt>
                <c:pt idx="4">
                  <c:v>28</c:v>
                </c:pt>
                <c:pt idx="5">
                  <c:v>16</c:v>
                </c:pt>
                <c:pt idx="6">
                  <c:v>36</c:v>
                </c:pt>
                <c:pt idx="7">
                  <c:v>9</c:v>
                </c:pt>
                <c:pt idx="8">
                  <c:v>44</c:v>
                </c:pt>
                <c:pt idx="10">
                  <c:v>181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47-4868-9EEF-0DC2C21F5158}"/>
            </c:ext>
          </c:extLst>
        </c:ser>
        <c:ser>
          <c:idx val="3"/>
          <c:order val="1"/>
          <c:tx>
            <c:v>Lines</c:v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K2Stream!$A$2:$A$12</c:f>
              <c:strCache>
                <c:ptCount val="11"/>
                <c:pt idx="0">
                  <c:v>connections.rs</c:v>
                </c:pt>
                <c:pt idx="1">
                  <c:v>errors.rs</c:v>
                </c:pt>
                <c:pt idx="2">
                  <c:v>library.rs</c:v>
                </c:pt>
                <c:pt idx="3">
                  <c:v>memory.rs</c:v>
                </c:pt>
                <c:pt idx="4">
                  <c:v>modes.rs</c:v>
                </c:pt>
                <c:pt idx="5">
                  <c:v>parameters.rs</c:v>
                </c:pt>
                <c:pt idx="6">
                  <c:v>processors.rs</c:v>
                </c:pt>
                <c:pt idx="7">
                  <c:v>states.rs</c:v>
                </c:pt>
                <c:pt idx="8">
                  <c:v>stream_controller.rs</c:v>
                </c:pt>
                <c:pt idx="10">
                  <c:v>Totale</c:v>
                </c:pt>
              </c:strCache>
            </c:strRef>
          </c:cat>
          <c:val>
            <c:numRef>
              <c:f>K2Stream!$F$2:$F$12</c:f>
              <c:numCache>
                <c:formatCode>General</c:formatCode>
                <c:ptCount val="11"/>
                <c:pt idx="0">
                  <c:v>137</c:v>
                </c:pt>
                <c:pt idx="1">
                  <c:v>20</c:v>
                </c:pt>
                <c:pt idx="2">
                  <c:v>66</c:v>
                </c:pt>
                <c:pt idx="3">
                  <c:v>91</c:v>
                </c:pt>
                <c:pt idx="4">
                  <c:v>167</c:v>
                </c:pt>
                <c:pt idx="5">
                  <c:v>205</c:v>
                </c:pt>
                <c:pt idx="6">
                  <c:v>239</c:v>
                </c:pt>
                <c:pt idx="7">
                  <c:v>51</c:v>
                </c:pt>
                <c:pt idx="8">
                  <c:v>253</c:v>
                </c:pt>
                <c:pt idx="10">
                  <c:v>1229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47-4868-9EEF-0DC2C21F5158}"/>
            </c:ext>
          </c:extLst>
        </c:ser>
        <c:ser>
          <c:idx val="5"/>
          <c:order val="2"/>
          <c:tx>
            <c:v>Regions</c:v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K2Stream!$A$2:$A$12</c:f>
              <c:strCache>
                <c:ptCount val="11"/>
                <c:pt idx="0">
                  <c:v>connections.rs</c:v>
                </c:pt>
                <c:pt idx="1">
                  <c:v>errors.rs</c:v>
                </c:pt>
                <c:pt idx="2">
                  <c:v>library.rs</c:v>
                </c:pt>
                <c:pt idx="3">
                  <c:v>memory.rs</c:v>
                </c:pt>
                <c:pt idx="4">
                  <c:v>modes.rs</c:v>
                </c:pt>
                <c:pt idx="5">
                  <c:v>parameters.rs</c:v>
                </c:pt>
                <c:pt idx="6">
                  <c:v>processors.rs</c:v>
                </c:pt>
                <c:pt idx="7">
                  <c:v>states.rs</c:v>
                </c:pt>
                <c:pt idx="8">
                  <c:v>stream_controller.rs</c:v>
                </c:pt>
                <c:pt idx="10">
                  <c:v>Totale</c:v>
                </c:pt>
              </c:strCache>
            </c:strRef>
          </c:cat>
          <c:val>
            <c:numRef>
              <c:f>K2Stream!$I$2:$I$12</c:f>
              <c:numCache>
                <c:formatCode>General</c:formatCode>
                <c:ptCount val="11"/>
                <c:pt idx="0">
                  <c:v>311</c:v>
                </c:pt>
                <c:pt idx="1">
                  <c:v>45</c:v>
                </c:pt>
                <c:pt idx="2">
                  <c:v>126</c:v>
                </c:pt>
                <c:pt idx="3">
                  <c:v>247</c:v>
                </c:pt>
                <c:pt idx="4">
                  <c:v>267</c:v>
                </c:pt>
                <c:pt idx="5">
                  <c:v>393</c:v>
                </c:pt>
                <c:pt idx="6">
                  <c:v>530</c:v>
                </c:pt>
                <c:pt idx="7">
                  <c:v>80</c:v>
                </c:pt>
                <c:pt idx="8">
                  <c:v>650</c:v>
                </c:pt>
                <c:pt idx="10">
                  <c:v>2649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47-4868-9EEF-0DC2C21F51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18233055"/>
        <c:axId val="1618234975"/>
      </c:barChart>
      <c:catAx>
        <c:axId val="1618233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8234975"/>
        <c:crosses val="autoZero"/>
        <c:auto val="1"/>
        <c:lblAlgn val="ctr"/>
        <c:lblOffset val="100"/>
        <c:noMultiLvlLbl val="0"/>
      </c:catAx>
      <c:valAx>
        <c:axId val="1618234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82330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73E820-B338-E41B-58C5-6A239E1AD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3FC2B71-DEBE-D18C-4A3E-A719621954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2AC47DC-CAB3-B180-3FE1-9F94323E9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FA5-5B09-44C6-905D-17A5AC86A656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4BF0EB-32FA-6787-E202-B2D9363A0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00D740-18FA-E2EB-7A59-A8AEC11A7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B2E46-76CD-42A8-B9BE-D3EDDFAD8D4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002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F8309F-48A2-1553-7F89-0771E8527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91FA12-3158-EA1B-1EC8-66A8BED04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EB968C3-4E97-44A3-F505-E529971D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FA5-5B09-44C6-905D-17A5AC86A656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D7EF65-374D-DD61-564E-BA966244A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50CF9F7-308D-5AD6-BD48-E45623E6D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B2E46-76CD-42A8-B9BE-D3EDDFAD8D4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42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952360-9617-1DA2-AD69-DCEBC658D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FB329E3-5528-5557-B2A5-311CEB953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5781D6A-41C7-B2CA-28D5-3A67D5AA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FA5-5B09-44C6-905D-17A5AC86A656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82BBC0-96A9-B407-280A-ECB46B9FB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44D46F7-E10D-A57D-B448-596C7ACEE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B2E46-76CD-42A8-B9BE-D3EDDFAD8D4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8082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FE5045-8B9A-B227-532E-48737C546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1C3F7CC-0C7C-BD3E-8410-C18A07E871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BC98318-265E-B915-A41F-0CDBEDE98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630ED43-9371-0F39-807B-6C193B1B9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FA5-5B09-44C6-905D-17A5AC86A656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4358107-43A7-7CE5-005C-6B8997812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6A568BB-54B8-2E95-31BE-D81082A8C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B2E46-76CD-42A8-B9BE-D3EDDFAD8D4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045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A3BF08-7EDB-D72E-BADE-183C0C94A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961DFA3-0682-2370-7ABB-CF7350B7C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CE13B7F-F6EB-8B48-85FD-A002D452D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5D0F96A-D6EE-DF3F-380A-E6845D65F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EA056B8-6841-7C6E-F101-9DBF570ACD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A5E0E06-54B7-7CE8-D80E-CCF0979E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FA5-5B09-44C6-905D-17A5AC86A656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9074D2D-9122-96EC-BB44-6EC854580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67F35C6-2D00-C45B-9DB3-C018396C3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B2E46-76CD-42A8-B9BE-D3EDDFAD8D4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781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74EC1E-66C2-B392-22AC-20BE529D5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1DA92B7-8860-BA5E-D487-86EAD95DA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FA5-5B09-44C6-905D-17A5AC86A656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CA1B03C-E20F-25C3-4CFB-AEF54D9D4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2C1EB86-1C9E-FDE0-BA69-4DF136410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B2E46-76CD-42A8-B9BE-D3EDDFAD8D4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683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2D4FDCE-94AD-BEC8-8B7C-DBE0EF7E2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FA5-5B09-44C6-905D-17A5AC86A656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AF66CE1-4F51-0544-8560-198C435D0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519A6E4-E6E9-37FE-A874-2664014A3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B2E46-76CD-42A8-B9BE-D3EDDFAD8D4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747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0995CB-9460-BBEE-69F7-D7291CD35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C5EF678-7A68-6403-F9B8-A3AE733F9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63F96E5-6013-D711-B78D-D4D8749A5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ABB1B6E-1C1E-A32A-2FA9-2159B0084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FA5-5B09-44C6-905D-17A5AC86A656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A0EC55F-5056-8E98-E43B-E60C66FBE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CF7E76F-E06D-1D05-9035-70F70D70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B2E46-76CD-42A8-B9BE-D3EDDFAD8D4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876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BC7327-072C-0EA3-0C20-9AA428716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E9AE7A5-CB67-32F2-E9D7-F65210614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62E2853-0F6C-F89E-433B-23BCE94B3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D39124E-7FF7-0AA6-ED40-643DFCAF6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FA5-5B09-44C6-905D-17A5AC86A656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C2C3E23-6341-DF4D-E166-7415930C5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2393C0C-D1C2-008D-7C79-7937439C9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B2E46-76CD-42A8-B9BE-D3EDDFAD8D4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680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F5A6E0-1049-AFD3-073D-2805A823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DE883A3-5326-CC43-CDF7-D196E7B26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4E29C35-450A-6C8F-2277-0D3DB0FCB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FA5-5B09-44C6-905D-17A5AC86A656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823DD21-597F-51A6-4D42-06F81C419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0D6D5BC-FC1E-CAB1-2305-8DB8EFB0C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B2E46-76CD-42A8-B9BE-D3EDDFAD8D4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413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41898A6-D58F-86AC-DCDE-B46833BC46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0C9EF64-ACF4-2D14-0074-873E34267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8EE517B-A836-B792-67ED-F38CF555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44FA5-5B09-44C6-905D-17A5AC86A656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4CBF416-FADC-1B9B-57AF-4F5B75E43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DF58D1-A9E4-FE7E-2336-1B3F42023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B2E46-76CD-42A8-B9BE-D3EDDFAD8D4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499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A69901E-16CE-0E26-70F1-3CCB349C5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FA019B3-444C-FB9E-A534-F16901456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E8CB3D-BCB0-ECC8-E78A-927E33EA6A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C44FA5-5B09-44C6-905D-17A5AC86A656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387FE32-1D12-7A23-1924-A516FE9AB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D4C912C-516D-2091-8B3B-B2D18EFCB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5B2E46-76CD-42A8-B9BE-D3EDDFAD8D4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20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ADE6C6F8-5575-B801-D309-32CE41279BB5}"/>
              </a:ext>
            </a:extLst>
          </p:cNvPr>
          <p:cNvSpPr/>
          <p:nvPr/>
        </p:nvSpPr>
        <p:spPr>
          <a:xfrm>
            <a:off x="6370320" y="1849120"/>
            <a:ext cx="3210560" cy="37185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 err="1"/>
              <a:t>StreamController</a:t>
            </a:r>
            <a:endParaRPr lang="en-GB" b="1" dirty="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AFF48C73-0B6A-9BB9-5F6C-62842FB76077}"/>
              </a:ext>
            </a:extLst>
          </p:cNvPr>
          <p:cNvSpPr/>
          <p:nvPr/>
        </p:nvSpPr>
        <p:spPr>
          <a:xfrm>
            <a:off x="477520" y="1259840"/>
            <a:ext cx="4815840" cy="303784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it-IT" b="1" dirty="0" err="1"/>
              <a:t>StreamBlock</a:t>
            </a:r>
            <a:endParaRPr lang="en-GB" b="1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218CF9F-D0DD-943A-B75D-99B3570849BA}"/>
              </a:ext>
            </a:extLst>
          </p:cNvPr>
          <p:cNvSpPr/>
          <p:nvPr/>
        </p:nvSpPr>
        <p:spPr>
          <a:xfrm>
            <a:off x="3072937" y="1595120"/>
            <a:ext cx="2007063" cy="21132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it-IT" dirty="0"/>
              <a:t>Memory</a:t>
            </a:r>
            <a:endParaRPr lang="en-GB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568EE69-AF6D-BD87-E383-66B71CB8F4CF}"/>
              </a:ext>
            </a:extLst>
          </p:cNvPr>
          <p:cNvSpPr/>
          <p:nvPr/>
        </p:nvSpPr>
        <p:spPr>
          <a:xfrm>
            <a:off x="1037474" y="1623407"/>
            <a:ext cx="1475509" cy="550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Input</a:t>
            </a:r>
            <a:endParaRPr lang="en-GB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90E6FE0B-5914-483A-F02B-4A0A6F3976D3}"/>
              </a:ext>
            </a:extLst>
          </p:cNvPr>
          <p:cNvSpPr/>
          <p:nvPr/>
        </p:nvSpPr>
        <p:spPr>
          <a:xfrm>
            <a:off x="1037474" y="3157682"/>
            <a:ext cx="1475509" cy="550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Output</a:t>
            </a:r>
            <a:endParaRPr lang="en-GB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EFE7488-DA40-9D91-4AE7-E98032862BC5}"/>
              </a:ext>
            </a:extLst>
          </p:cNvPr>
          <p:cNvSpPr/>
          <p:nvPr/>
        </p:nvSpPr>
        <p:spPr>
          <a:xfrm>
            <a:off x="3338713" y="1898766"/>
            <a:ext cx="1475509" cy="550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Parameter</a:t>
            </a:r>
            <a:endParaRPr lang="en-GB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F00AD28-9BDD-86DF-7E65-EA0E54DB3F93}"/>
              </a:ext>
            </a:extLst>
          </p:cNvPr>
          <p:cNvSpPr/>
          <p:nvPr/>
        </p:nvSpPr>
        <p:spPr>
          <a:xfrm>
            <a:off x="3338713" y="2577523"/>
            <a:ext cx="1475509" cy="550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State</a:t>
            </a:r>
            <a:endParaRPr lang="en-GB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4393F0BE-20B7-07CD-880B-F8FDB0D74D10}"/>
              </a:ext>
            </a:extLst>
          </p:cNvPr>
          <p:cNvSpPr/>
          <p:nvPr/>
        </p:nvSpPr>
        <p:spPr>
          <a:xfrm rot="5400000">
            <a:off x="7320684" y="1449127"/>
            <a:ext cx="1381760" cy="2529033"/>
          </a:xfrm>
          <a:prstGeom prst="rect">
            <a:avLst/>
          </a:prstGeom>
          <a:ln w="1905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vert270" rtlCol="0" anchor="b"/>
          <a:lstStyle/>
          <a:p>
            <a:pPr algn="ctr"/>
            <a:r>
              <a:rPr lang="it-IT" dirty="0" err="1"/>
              <a:t>ProcessorTrait</a:t>
            </a:r>
            <a:endParaRPr lang="en-GB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FBDCAA5F-5748-8D7E-63BC-384F7D516502}"/>
              </a:ext>
            </a:extLst>
          </p:cNvPr>
          <p:cNvSpPr/>
          <p:nvPr/>
        </p:nvSpPr>
        <p:spPr>
          <a:xfrm rot="5400000">
            <a:off x="7739784" y="1514590"/>
            <a:ext cx="721360" cy="2127713"/>
          </a:xfrm>
          <a:prstGeom prst="rect">
            <a:avLst/>
          </a:prstGeom>
          <a:ln w="1905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GB" dirty="0" err="1"/>
              <a:t>ProcessorBlockTrait</a:t>
            </a:r>
            <a:endParaRPr lang="en-GB" dirty="0"/>
          </a:p>
        </p:txBody>
      </p:sp>
      <p:sp>
        <p:nvSpPr>
          <p:cNvPr id="14" name="Freccia a sinistra 13">
            <a:extLst>
              <a:ext uri="{FF2B5EF4-FFF2-40B4-BE49-F238E27FC236}">
                <a16:creationId xmlns:a16="http://schemas.microsoft.com/office/drawing/2014/main" id="{3590541F-1FB8-1A31-FC0F-549E4445B13D}"/>
              </a:ext>
            </a:extLst>
          </p:cNvPr>
          <p:cNvSpPr/>
          <p:nvPr/>
        </p:nvSpPr>
        <p:spPr>
          <a:xfrm>
            <a:off x="5293360" y="2435860"/>
            <a:ext cx="1453687" cy="6858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ADC34603-6EDB-6CDF-BB52-ECF455472C0F}"/>
              </a:ext>
            </a:extLst>
          </p:cNvPr>
          <p:cNvSpPr/>
          <p:nvPr/>
        </p:nvSpPr>
        <p:spPr>
          <a:xfrm>
            <a:off x="6781454" y="4112722"/>
            <a:ext cx="2529034" cy="11607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t-IT" dirty="0"/>
              <a:t>Mode</a:t>
            </a:r>
            <a:endParaRPr lang="en-GB" dirty="0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54BF28D7-0274-A9FA-3DF4-5055F42D471F}"/>
              </a:ext>
            </a:extLst>
          </p:cNvPr>
          <p:cNvSpPr/>
          <p:nvPr/>
        </p:nvSpPr>
        <p:spPr>
          <a:xfrm>
            <a:off x="7273809" y="4552951"/>
            <a:ext cx="1475509" cy="5507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Chain</a:t>
            </a:r>
            <a:endParaRPr lang="en-GB" dirty="0"/>
          </a:p>
        </p:txBody>
      </p:sp>
      <p:sp>
        <p:nvSpPr>
          <p:cNvPr id="20" name="Titolo 19">
            <a:extLst>
              <a:ext uri="{FF2B5EF4-FFF2-40B4-BE49-F238E27FC236}">
                <a16:creationId xmlns:a16="http://schemas.microsoft.com/office/drawing/2014/main" id="{2CB8C43F-C338-EDCE-A3C0-829AAECC5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K2Stream </a:t>
            </a:r>
            <a:r>
              <a:rPr lang="it-IT" dirty="0" err="1"/>
              <a:t>architecture</a:t>
            </a:r>
            <a:endParaRPr lang="en-GB" dirty="0"/>
          </a:p>
        </p:txBody>
      </p:sp>
      <p:sp>
        <p:nvSpPr>
          <p:cNvPr id="21" name="Segnaposto contenuto 20">
            <a:extLst>
              <a:ext uri="{FF2B5EF4-FFF2-40B4-BE49-F238E27FC236}">
                <a16:creationId xmlns:a16="http://schemas.microsoft.com/office/drawing/2014/main" id="{0A54997A-B5B0-61A2-83D3-D0BFB8149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48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AC9527-75D6-B827-37DE-8E359B8C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K2Lang </a:t>
            </a:r>
            <a:r>
              <a:rPr lang="it-IT" dirty="0" err="1"/>
              <a:t>architecture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C4E3A5-9AF7-F004-24F7-7ED1F2D8B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6061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43CD15-90D8-B7A0-DC87-4AA4F846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K2Coder </a:t>
            </a:r>
            <a:r>
              <a:rPr lang="it-IT" dirty="0" err="1"/>
              <a:t>architecture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D18025-2B4E-9481-BD06-D27386329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3774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6B2616-8563-3C16-C5F9-4B12B749D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Test strategy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6F97921-61B3-B796-BA47-4FD5DBCDC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72135"/>
          </a:xfrm>
        </p:spPr>
        <p:txBody>
          <a:bodyPr/>
          <a:lstStyle/>
          <a:p>
            <a:r>
              <a:rPr lang="it-IT" dirty="0" err="1"/>
              <a:t>Objective</a:t>
            </a:r>
            <a:r>
              <a:rPr lang="it-IT" dirty="0"/>
              <a:t>: </a:t>
            </a:r>
            <a:r>
              <a:rPr lang="it-IT" dirty="0" err="1"/>
              <a:t>region</a:t>
            </a:r>
            <a:r>
              <a:rPr lang="it-IT" dirty="0"/>
              <a:t> coverage &gt;= 90% (tool cargo </a:t>
            </a:r>
            <a:r>
              <a:rPr lang="it-IT" dirty="0" err="1"/>
              <a:t>llvm-cov</a:t>
            </a:r>
            <a:r>
              <a:rPr lang="it-IT" dirty="0"/>
              <a:t> –html)</a:t>
            </a:r>
            <a:endParaRPr lang="en-GB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C6B567A-7566-BEC4-11C6-FDD8B20A852F}"/>
              </a:ext>
            </a:extLst>
          </p:cNvPr>
          <p:cNvSpPr/>
          <p:nvPr/>
        </p:nvSpPr>
        <p:spPr>
          <a:xfrm>
            <a:off x="924560" y="2875280"/>
            <a:ext cx="1635760" cy="416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K2Stream (1)</a:t>
            </a:r>
            <a:endParaRPr lang="en-GB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181BF02-2B2D-E2A5-DB6D-183AB9FE2923}"/>
              </a:ext>
            </a:extLst>
          </p:cNvPr>
          <p:cNvSpPr/>
          <p:nvPr/>
        </p:nvSpPr>
        <p:spPr>
          <a:xfrm>
            <a:off x="2560320" y="3291840"/>
            <a:ext cx="1635760" cy="416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K2Lang (1)</a:t>
            </a:r>
            <a:endParaRPr lang="en-GB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5DB6116-F994-790D-1989-FE15C7071DCC}"/>
              </a:ext>
            </a:extLst>
          </p:cNvPr>
          <p:cNvSpPr/>
          <p:nvPr/>
        </p:nvSpPr>
        <p:spPr>
          <a:xfrm>
            <a:off x="4196080" y="3708400"/>
            <a:ext cx="1635760" cy="416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K2Coder (1)</a:t>
            </a:r>
            <a:endParaRPr lang="en-GB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59589556-4534-168D-9041-596D0CBA5ADD}"/>
              </a:ext>
            </a:extLst>
          </p:cNvPr>
          <p:cNvSpPr/>
          <p:nvPr/>
        </p:nvSpPr>
        <p:spPr>
          <a:xfrm>
            <a:off x="5831840" y="4124960"/>
            <a:ext cx="1635760" cy="416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K2Stream (2)</a:t>
            </a:r>
            <a:endParaRPr lang="en-GB" dirty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BDA2C6DE-0EF6-1DFA-0758-5FB8A3EEE898}"/>
              </a:ext>
            </a:extLst>
          </p:cNvPr>
          <p:cNvCxnSpPr>
            <a:cxnSpLocks/>
          </p:cNvCxnSpPr>
          <p:nvPr/>
        </p:nvCxnSpPr>
        <p:spPr>
          <a:xfrm>
            <a:off x="2560320" y="2397760"/>
            <a:ext cx="0" cy="3850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448E63B-9B86-62D0-B01A-593F1C5EB897}"/>
              </a:ext>
            </a:extLst>
          </p:cNvPr>
          <p:cNvSpPr txBox="1"/>
          <p:nvPr/>
        </p:nvSpPr>
        <p:spPr>
          <a:xfrm>
            <a:off x="1254029" y="5506720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Phase</a:t>
            </a:r>
            <a:r>
              <a:rPr lang="it-IT" dirty="0"/>
              <a:t> 1</a:t>
            </a:r>
            <a:endParaRPr lang="en-GB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5A8233D-2626-02EF-71AF-B7CA4B32128F}"/>
              </a:ext>
            </a:extLst>
          </p:cNvPr>
          <p:cNvSpPr txBox="1"/>
          <p:nvPr/>
        </p:nvSpPr>
        <p:spPr>
          <a:xfrm>
            <a:off x="3707668" y="5506720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Phase</a:t>
            </a:r>
            <a:r>
              <a:rPr lang="it-IT" dirty="0"/>
              <a:t> 2</a:t>
            </a:r>
            <a:endParaRPr lang="en-GB" dirty="0"/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E69D9389-4BE1-8969-BDF0-C7F1AF578ECC}"/>
              </a:ext>
            </a:extLst>
          </p:cNvPr>
          <p:cNvCxnSpPr>
            <a:cxnSpLocks/>
          </p:cNvCxnSpPr>
          <p:nvPr/>
        </p:nvCxnSpPr>
        <p:spPr>
          <a:xfrm>
            <a:off x="5831840" y="2397760"/>
            <a:ext cx="0" cy="3850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D048B9E-2805-D91C-E980-16387193917A}"/>
              </a:ext>
            </a:extLst>
          </p:cNvPr>
          <p:cNvSpPr txBox="1"/>
          <p:nvPr/>
        </p:nvSpPr>
        <p:spPr>
          <a:xfrm>
            <a:off x="7799609" y="5506720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Phase</a:t>
            </a:r>
            <a:r>
              <a:rPr lang="it-IT" dirty="0"/>
              <a:t> 3</a:t>
            </a:r>
            <a:endParaRPr lang="en-GB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CB5D20AA-D1F2-62B8-D3BB-9C9DAFF24DAF}"/>
              </a:ext>
            </a:extLst>
          </p:cNvPr>
          <p:cNvSpPr/>
          <p:nvPr/>
        </p:nvSpPr>
        <p:spPr>
          <a:xfrm>
            <a:off x="7467600" y="4541520"/>
            <a:ext cx="1635760" cy="416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K2Lang (2)</a:t>
            </a:r>
            <a:endParaRPr lang="en-GB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67E0A292-6B85-D66B-EFB7-E4FD923F567E}"/>
              </a:ext>
            </a:extLst>
          </p:cNvPr>
          <p:cNvSpPr/>
          <p:nvPr/>
        </p:nvSpPr>
        <p:spPr>
          <a:xfrm>
            <a:off x="9103360" y="4958080"/>
            <a:ext cx="1635760" cy="416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K2Coder (2)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7503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afico 4">
            <a:extLst>
              <a:ext uri="{FF2B5EF4-FFF2-40B4-BE49-F238E27FC236}">
                <a16:creationId xmlns:a16="http://schemas.microsoft.com/office/drawing/2014/main" id="{4420EB5B-0F7B-8B6F-2BBF-D27321E81E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4342613"/>
              </p:ext>
            </p:extLst>
          </p:nvPr>
        </p:nvGraphicFramePr>
        <p:xfrm>
          <a:off x="384463" y="270164"/>
          <a:ext cx="11305309" cy="62033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44378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o 10">
            <a:extLst>
              <a:ext uri="{FF2B5EF4-FFF2-40B4-BE49-F238E27FC236}">
                <a16:creationId xmlns:a16="http://schemas.microsoft.com/office/drawing/2014/main" id="{12C34E06-2EF9-3958-8B60-EBA658F1A8ED}"/>
              </a:ext>
            </a:extLst>
          </p:cNvPr>
          <p:cNvGrpSpPr/>
          <p:nvPr/>
        </p:nvGrpSpPr>
        <p:grpSpPr>
          <a:xfrm>
            <a:off x="1351280" y="1859280"/>
            <a:ext cx="2590800" cy="548640"/>
            <a:chOff x="1402080" y="629920"/>
            <a:chExt cx="2590800" cy="548640"/>
          </a:xfrm>
        </p:grpSpPr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D254DFC0-54A9-7363-4B55-86E3BE314A2B}"/>
                </a:ext>
              </a:extLst>
            </p:cNvPr>
            <p:cNvSpPr/>
            <p:nvPr/>
          </p:nvSpPr>
          <p:spPr>
            <a:xfrm>
              <a:off x="1402080" y="629920"/>
              <a:ext cx="619760" cy="54864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8DC9EED8-215D-80B1-3F4D-26AB1246D9E3}"/>
                </a:ext>
              </a:extLst>
            </p:cNvPr>
            <p:cNvSpPr txBox="1"/>
            <p:nvPr/>
          </p:nvSpPr>
          <p:spPr>
            <a:xfrm>
              <a:off x="2123440" y="719574"/>
              <a:ext cx="1869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connections.rs</a:t>
              </a:r>
            </a:p>
          </p:txBody>
        </p:sp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1D62C4C8-EC37-E61C-E659-654D0D514753}"/>
              </a:ext>
            </a:extLst>
          </p:cNvPr>
          <p:cNvGrpSpPr/>
          <p:nvPr/>
        </p:nvGrpSpPr>
        <p:grpSpPr>
          <a:xfrm>
            <a:off x="1351280" y="2824480"/>
            <a:ext cx="2590800" cy="548640"/>
            <a:chOff x="1402080" y="629920"/>
            <a:chExt cx="2590800" cy="548640"/>
          </a:xfrm>
        </p:grpSpPr>
        <p:sp>
          <p:nvSpPr>
            <p:cNvPr id="13" name="Ovale 12">
              <a:extLst>
                <a:ext uri="{FF2B5EF4-FFF2-40B4-BE49-F238E27FC236}">
                  <a16:creationId xmlns:a16="http://schemas.microsoft.com/office/drawing/2014/main" id="{C2EB78CA-6B5D-EBA1-2227-DFAE1424A772}"/>
                </a:ext>
              </a:extLst>
            </p:cNvPr>
            <p:cNvSpPr/>
            <p:nvPr/>
          </p:nvSpPr>
          <p:spPr>
            <a:xfrm>
              <a:off x="1402080" y="629920"/>
              <a:ext cx="619760" cy="54864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66690970-B3C3-9EB9-4999-4DCA0CFF8284}"/>
                </a:ext>
              </a:extLst>
            </p:cNvPr>
            <p:cNvSpPr txBox="1"/>
            <p:nvPr/>
          </p:nvSpPr>
          <p:spPr>
            <a:xfrm>
              <a:off x="2123440" y="719574"/>
              <a:ext cx="1869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parameters.rs</a:t>
              </a:r>
            </a:p>
          </p:txBody>
        </p:sp>
      </p:grp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A5AD311D-FF96-C91E-2FD6-86AEA55D4425}"/>
              </a:ext>
            </a:extLst>
          </p:cNvPr>
          <p:cNvGrpSpPr/>
          <p:nvPr/>
        </p:nvGrpSpPr>
        <p:grpSpPr>
          <a:xfrm>
            <a:off x="1351280" y="3505200"/>
            <a:ext cx="2590800" cy="548640"/>
            <a:chOff x="1402080" y="629920"/>
            <a:chExt cx="2590800" cy="548640"/>
          </a:xfrm>
        </p:grpSpPr>
        <p:sp>
          <p:nvSpPr>
            <p:cNvPr id="16" name="Ovale 15">
              <a:extLst>
                <a:ext uri="{FF2B5EF4-FFF2-40B4-BE49-F238E27FC236}">
                  <a16:creationId xmlns:a16="http://schemas.microsoft.com/office/drawing/2014/main" id="{6481D1CA-DB59-395F-C09C-CABDC94D9B8C}"/>
                </a:ext>
              </a:extLst>
            </p:cNvPr>
            <p:cNvSpPr/>
            <p:nvPr/>
          </p:nvSpPr>
          <p:spPr>
            <a:xfrm>
              <a:off x="1402080" y="629920"/>
              <a:ext cx="619760" cy="54864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9DA55D3F-D1D9-48C4-1E86-50AE11685A21}"/>
                </a:ext>
              </a:extLst>
            </p:cNvPr>
            <p:cNvSpPr txBox="1"/>
            <p:nvPr/>
          </p:nvSpPr>
          <p:spPr>
            <a:xfrm>
              <a:off x="2123440" y="719574"/>
              <a:ext cx="1869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states.rs</a:t>
              </a:r>
            </a:p>
          </p:txBody>
        </p:sp>
      </p:grp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B15A4ACF-A313-2A06-3DBE-31CE86DC3F36}"/>
              </a:ext>
            </a:extLst>
          </p:cNvPr>
          <p:cNvGrpSpPr/>
          <p:nvPr/>
        </p:nvGrpSpPr>
        <p:grpSpPr>
          <a:xfrm>
            <a:off x="3942080" y="3164840"/>
            <a:ext cx="2590800" cy="548640"/>
            <a:chOff x="1402080" y="629920"/>
            <a:chExt cx="2590800" cy="548640"/>
          </a:xfrm>
        </p:grpSpPr>
        <p:sp>
          <p:nvSpPr>
            <p:cNvPr id="19" name="Ovale 18">
              <a:extLst>
                <a:ext uri="{FF2B5EF4-FFF2-40B4-BE49-F238E27FC236}">
                  <a16:creationId xmlns:a16="http://schemas.microsoft.com/office/drawing/2014/main" id="{ECA56262-D80F-1473-3015-6C80A394CC5A}"/>
                </a:ext>
              </a:extLst>
            </p:cNvPr>
            <p:cNvSpPr/>
            <p:nvPr/>
          </p:nvSpPr>
          <p:spPr>
            <a:xfrm>
              <a:off x="1402080" y="629920"/>
              <a:ext cx="619760" cy="54864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D0229D9A-FA66-89CA-29AB-197F568B94C9}"/>
                </a:ext>
              </a:extLst>
            </p:cNvPr>
            <p:cNvSpPr txBox="1"/>
            <p:nvPr/>
          </p:nvSpPr>
          <p:spPr>
            <a:xfrm>
              <a:off x="2123440" y="719574"/>
              <a:ext cx="1869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memory.rs</a:t>
              </a:r>
            </a:p>
          </p:txBody>
        </p:sp>
      </p:grpSp>
      <p:cxnSp>
        <p:nvCxnSpPr>
          <p:cNvPr id="22" name="Connettore a gomito 21">
            <a:extLst>
              <a:ext uri="{FF2B5EF4-FFF2-40B4-BE49-F238E27FC236}">
                <a16:creationId xmlns:a16="http://schemas.microsoft.com/office/drawing/2014/main" id="{037E8305-F7E8-49BD-5A00-E4271655A953}"/>
              </a:ext>
            </a:extLst>
          </p:cNvPr>
          <p:cNvCxnSpPr>
            <a:cxnSpLocks/>
            <a:stCxn id="16" idx="5"/>
            <a:endCxn id="19" idx="3"/>
          </p:cNvCxnSpPr>
          <p:nvPr/>
        </p:nvCxnSpPr>
        <p:spPr>
          <a:xfrm rot="5400000" flipH="1" flipV="1">
            <a:off x="2786380" y="2727032"/>
            <a:ext cx="340360" cy="2152564"/>
          </a:xfrm>
          <a:prstGeom prst="bentConnector3">
            <a:avLst>
              <a:gd name="adj1" fmla="val -9077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a gomito 23">
            <a:extLst>
              <a:ext uri="{FF2B5EF4-FFF2-40B4-BE49-F238E27FC236}">
                <a16:creationId xmlns:a16="http://schemas.microsoft.com/office/drawing/2014/main" id="{CCDB8813-50A0-6ECB-C88B-C08D9D992E59}"/>
              </a:ext>
            </a:extLst>
          </p:cNvPr>
          <p:cNvCxnSpPr>
            <a:cxnSpLocks/>
            <a:stCxn id="13" idx="7"/>
            <a:endCxn id="19" idx="1"/>
          </p:cNvCxnSpPr>
          <p:nvPr/>
        </p:nvCxnSpPr>
        <p:spPr>
          <a:xfrm rot="16200000" flipH="1">
            <a:off x="2786380" y="1998724"/>
            <a:ext cx="340360" cy="2152564"/>
          </a:xfrm>
          <a:prstGeom prst="bentConnector3">
            <a:avLst>
              <a:gd name="adj1" fmla="val -9077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B5754D65-E225-841A-09B7-29A60ABE2240}"/>
              </a:ext>
            </a:extLst>
          </p:cNvPr>
          <p:cNvGrpSpPr/>
          <p:nvPr/>
        </p:nvGrpSpPr>
        <p:grpSpPr>
          <a:xfrm>
            <a:off x="5237480" y="2275839"/>
            <a:ext cx="2590800" cy="548640"/>
            <a:chOff x="1402080" y="629920"/>
            <a:chExt cx="2590800" cy="548640"/>
          </a:xfrm>
        </p:grpSpPr>
        <p:sp>
          <p:nvSpPr>
            <p:cNvPr id="28" name="Ovale 27">
              <a:extLst>
                <a:ext uri="{FF2B5EF4-FFF2-40B4-BE49-F238E27FC236}">
                  <a16:creationId xmlns:a16="http://schemas.microsoft.com/office/drawing/2014/main" id="{31397819-1CF0-BC83-012C-20170E2FFC22}"/>
                </a:ext>
              </a:extLst>
            </p:cNvPr>
            <p:cNvSpPr/>
            <p:nvPr/>
          </p:nvSpPr>
          <p:spPr>
            <a:xfrm>
              <a:off x="1402080" y="629920"/>
              <a:ext cx="619760" cy="54864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1FCAB2DF-8D2A-FA14-A059-838C693EAC9D}"/>
                </a:ext>
              </a:extLst>
            </p:cNvPr>
            <p:cNvSpPr txBox="1"/>
            <p:nvPr/>
          </p:nvSpPr>
          <p:spPr>
            <a:xfrm>
              <a:off x="2123440" y="719574"/>
              <a:ext cx="1869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processors.rs</a:t>
              </a:r>
            </a:p>
          </p:txBody>
        </p:sp>
      </p:grpSp>
      <p:cxnSp>
        <p:nvCxnSpPr>
          <p:cNvPr id="31" name="Connettore a gomito 30">
            <a:extLst>
              <a:ext uri="{FF2B5EF4-FFF2-40B4-BE49-F238E27FC236}">
                <a16:creationId xmlns:a16="http://schemas.microsoft.com/office/drawing/2014/main" id="{BD770AF0-D892-F862-1DF3-645F937E91E6}"/>
              </a:ext>
            </a:extLst>
          </p:cNvPr>
          <p:cNvCxnSpPr>
            <a:cxnSpLocks/>
            <a:stCxn id="19" idx="5"/>
            <a:endCxn id="28" idx="3"/>
          </p:cNvCxnSpPr>
          <p:nvPr/>
        </p:nvCxnSpPr>
        <p:spPr>
          <a:xfrm rot="5400000" flipH="1" flipV="1">
            <a:off x="4455159" y="2760052"/>
            <a:ext cx="889001" cy="857164"/>
          </a:xfrm>
          <a:prstGeom prst="bentConnector3">
            <a:avLst>
              <a:gd name="adj1" fmla="val -3475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a gomito 32">
            <a:extLst>
              <a:ext uri="{FF2B5EF4-FFF2-40B4-BE49-F238E27FC236}">
                <a16:creationId xmlns:a16="http://schemas.microsoft.com/office/drawing/2014/main" id="{D7B2449C-3C82-486D-F5C4-5FFCFC2B6822}"/>
              </a:ext>
            </a:extLst>
          </p:cNvPr>
          <p:cNvCxnSpPr>
            <a:cxnSpLocks/>
            <a:stCxn id="9" idx="7"/>
            <a:endCxn id="28" idx="1"/>
          </p:cNvCxnSpPr>
          <p:nvPr/>
        </p:nvCxnSpPr>
        <p:spPr>
          <a:xfrm rot="16200000" flipH="1">
            <a:off x="3395980" y="423923"/>
            <a:ext cx="416559" cy="3447964"/>
          </a:xfrm>
          <a:prstGeom prst="bentConnector3">
            <a:avLst>
              <a:gd name="adj1" fmla="val -7416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uppo 35">
            <a:extLst>
              <a:ext uri="{FF2B5EF4-FFF2-40B4-BE49-F238E27FC236}">
                <a16:creationId xmlns:a16="http://schemas.microsoft.com/office/drawing/2014/main" id="{D612066D-D000-C55F-B9EB-6D893360CA08}"/>
              </a:ext>
            </a:extLst>
          </p:cNvPr>
          <p:cNvGrpSpPr/>
          <p:nvPr/>
        </p:nvGrpSpPr>
        <p:grpSpPr>
          <a:xfrm>
            <a:off x="1351280" y="4621949"/>
            <a:ext cx="2590800" cy="548640"/>
            <a:chOff x="1402080" y="629920"/>
            <a:chExt cx="2590800" cy="548640"/>
          </a:xfrm>
        </p:grpSpPr>
        <p:sp>
          <p:nvSpPr>
            <p:cNvPr id="37" name="Ovale 36">
              <a:extLst>
                <a:ext uri="{FF2B5EF4-FFF2-40B4-BE49-F238E27FC236}">
                  <a16:creationId xmlns:a16="http://schemas.microsoft.com/office/drawing/2014/main" id="{5B62B415-00F6-0936-3413-B30B8D02CC98}"/>
                </a:ext>
              </a:extLst>
            </p:cNvPr>
            <p:cNvSpPr/>
            <p:nvPr/>
          </p:nvSpPr>
          <p:spPr>
            <a:xfrm>
              <a:off x="1402080" y="629920"/>
              <a:ext cx="61976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CasellaDiTesto 37">
              <a:extLst>
                <a:ext uri="{FF2B5EF4-FFF2-40B4-BE49-F238E27FC236}">
                  <a16:creationId xmlns:a16="http://schemas.microsoft.com/office/drawing/2014/main" id="{CD03480C-5572-98A8-DA33-AD9141E2D673}"/>
                </a:ext>
              </a:extLst>
            </p:cNvPr>
            <p:cNvSpPr txBox="1"/>
            <p:nvPr/>
          </p:nvSpPr>
          <p:spPr>
            <a:xfrm>
              <a:off x="2123440" y="719574"/>
              <a:ext cx="1869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modes.rs</a:t>
              </a:r>
            </a:p>
          </p:txBody>
        </p:sp>
      </p:grp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5231B410-7053-5066-AF29-78743F345BEA}"/>
              </a:ext>
            </a:extLst>
          </p:cNvPr>
          <p:cNvGrpSpPr/>
          <p:nvPr/>
        </p:nvGrpSpPr>
        <p:grpSpPr>
          <a:xfrm>
            <a:off x="6893560" y="3505200"/>
            <a:ext cx="3093042" cy="548640"/>
            <a:chOff x="1402080" y="629920"/>
            <a:chExt cx="3093042" cy="548640"/>
          </a:xfrm>
        </p:grpSpPr>
        <p:sp>
          <p:nvSpPr>
            <p:cNvPr id="40" name="Ovale 39">
              <a:extLst>
                <a:ext uri="{FF2B5EF4-FFF2-40B4-BE49-F238E27FC236}">
                  <a16:creationId xmlns:a16="http://schemas.microsoft.com/office/drawing/2014/main" id="{9A663781-0E6E-D35B-FC37-37B299EA7A53}"/>
                </a:ext>
              </a:extLst>
            </p:cNvPr>
            <p:cNvSpPr/>
            <p:nvPr/>
          </p:nvSpPr>
          <p:spPr>
            <a:xfrm>
              <a:off x="1402080" y="629920"/>
              <a:ext cx="61976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CasellaDiTesto 40">
              <a:extLst>
                <a:ext uri="{FF2B5EF4-FFF2-40B4-BE49-F238E27FC236}">
                  <a16:creationId xmlns:a16="http://schemas.microsoft.com/office/drawing/2014/main" id="{89BA724B-FA37-90D2-F98D-2A4B177EEF43}"/>
                </a:ext>
              </a:extLst>
            </p:cNvPr>
            <p:cNvSpPr txBox="1"/>
            <p:nvPr/>
          </p:nvSpPr>
          <p:spPr>
            <a:xfrm>
              <a:off x="2123440" y="719574"/>
              <a:ext cx="2371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stream_controller.rs</a:t>
              </a:r>
            </a:p>
          </p:txBody>
        </p:sp>
      </p:grpSp>
      <p:cxnSp>
        <p:nvCxnSpPr>
          <p:cNvPr id="43" name="Connettore a gomito 42">
            <a:extLst>
              <a:ext uri="{FF2B5EF4-FFF2-40B4-BE49-F238E27FC236}">
                <a16:creationId xmlns:a16="http://schemas.microsoft.com/office/drawing/2014/main" id="{D6544F1D-0722-E9D8-C5AB-B00D9FB47B99}"/>
              </a:ext>
            </a:extLst>
          </p:cNvPr>
          <p:cNvCxnSpPr>
            <a:cxnSpLocks/>
            <a:stCxn id="37" idx="5"/>
            <a:endCxn id="40" idx="3"/>
          </p:cNvCxnSpPr>
          <p:nvPr/>
        </p:nvCxnSpPr>
        <p:spPr>
          <a:xfrm rot="5400000" flipH="1" flipV="1">
            <a:off x="3873925" y="1979847"/>
            <a:ext cx="1116749" cy="5104044"/>
          </a:xfrm>
          <a:prstGeom prst="bentConnector3">
            <a:avLst>
              <a:gd name="adj1" fmla="val -2766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a gomito 44">
            <a:extLst>
              <a:ext uri="{FF2B5EF4-FFF2-40B4-BE49-F238E27FC236}">
                <a16:creationId xmlns:a16="http://schemas.microsoft.com/office/drawing/2014/main" id="{CC6A5B76-73C3-1874-50F4-E109798D37C3}"/>
              </a:ext>
            </a:extLst>
          </p:cNvPr>
          <p:cNvCxnSpPr>
            <a:cxnSpLocks/>
            <a:stCxn id="28" idx="7"/>
            <a:endCxn id="40" idx="1"/>
          </p:cNvCxnSpPr>
          <p:nvPr/>
        </p:nvCxnSpPr>
        <p:spPr>
          <a:xfrm rot="16200000" flipH="1">
            <a:off x="5760719" y="2361943"/>
            <a:ext cx="1229361" cy="1217844"/>
          </a:xfrm>
          <a:prstGeom prst="bentConnector3">
            <a:avLst>
              <a:gd name="adj1" fmla="val -2513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itolo 51">
            <a:extLst>
              <a:ext uri="{FF2B5EF4-FFF2-40B4-BE49-F238E27FC236}">
                <a16:creationId xmlns:a16="http://schemas.microsoft.com/office/drawing/2014/main" id="{7E51DF69-6787-3550-3808-8663A4D36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Test </a:t>
            </a:r>
            <a:r>
              <a:rPr lang="it-IT" dirty="0" err="1"/>
              <a:t>phase</a:t>
            </a:r>
            <a:r>
              <a:rPr lang="it-IT" dirty="0"/>
              <a:t> 1</a:t>
            </a:r>
            <a:endParaRPr lang="en-GB" dirty="0"/>
          </a:p>
        </p:txBody>
      </p:sp>
      <p:grpSp>
        <p:nvGrpSpPr>
          <p:cNvPr id="71" name="Gruppo 70">
            <a:extLst>
              <a:ext uri="{FF2B5EF4-FFF2-40B4-BE49-F238E27FC236}">
                <a16:creationId xmlns:a16="http://schemas.microsoft.com/office/drawing/2014/main" id="{5B269CEB-E70D-ACEB-3FE0-0CCD5354C1F3}"/>
              </a:ext>
            </a:extLst>
          </p:cNvPr>
          <p:cNvGrpSpPr/>
          <p:nvPr/>
        </p:nvGrpSpPr>
        <p:grpSpPr>
          <a:xfrm>
            <a:off x="9456081" y="908469"/>
            <a:ext cx="2590800" cy="2450262"/>
            <a:chOff x="8905240" y="4267199"/>
            <a:chExt cx="2590800" cy="2450262"/>
          </a:xfrm>
        </p:grpSpPr>
        <p:grpSp>
          <p:nvGrpSpPr>
            <p:cNvPr id="54" name="Gruppo 53">
              <a:extLst>
                <a:ext uri="{FF2B5EF4-FFF2-40B4-BE49-F238E27FC236}">
                  <a16:creationId xmlns:a16="http://schemas.microsoft.com/office/drawing/2014/main" id="{44324368-04A6-D08B-DA69-B5FD83848116}"/>
                </a:ext>
              </a:extLst>
            </p:cNvPr>
            <p:cNvGrpSpPr/>
            <p:nvPr/>
          </p:nvGrpSpPr>
          <p:grpSpPr>
            <a:xfrm>
              <a:off x="8905240" y="4267199"/>
              <a:ext cx="2590800" cy="548640"/>
              <a:chOff x="1402080" y="629920"/>
              <a:chExt cx="2590800" cy="548640"/>
            </a:xfrm>
          </p:grpSpPr>
          <p:sp>
            <p:nvSpPr>
              <p:cNvPr id="55" name="Ovale 54">
                <a:extLst>
                  <a:ext uri="{FF2B5EF4-FFF2-40B4-BE49-F238E27FC236}">
                    <a16:creationId xmlns:a16="http://schemas.microsoft.com/office/drawing/2014/main" id="{E06A5057-5D4C-CF8D-7D81-326688C2556E}"/>
                  </a:ext>
                </a:extLst>
              </p:cNvPr>
              <p:cNvSpPr/>
              <p:nvPr/>
            </p:nvSpPr>
            <p:spPr>
              <a:xfrm>
                <a:off x="1402080" y="629920"/>
                <a:ext cx="619760" cy="54864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6" name="CasellaDiTesto 55">
                <a:extLst>
                  <a:ext uri="{FF2B5EF4-FFF2-40B4-BE49-F238E27FC236}">
                    <a16:creationId xmlns:a16="http://schemas.microsoft.com/office/drawing/2014/main" id="{B0B99D9C-9CCD-8D04-110D-BC2DD1D94A7B}"/>
                  </a:ext>
                </a:extLst>
              </p:cNvPr>
              <p:cNvSpPr txBox="1"/>
              <p:nvPr/>
            </p:nvSpPr>
            <p:spPr>
              <a:xfrm>
                <a:off x="2123440" y="719574"/>
                <a:ext cx="18694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/>
                  <a:t>Unimplemented</a:t>
                </a:r>
                <a:endParaRPr lang="it-IT" dirty="0"/>
              </a:p>
            </p:txBody>
          </p:sp>
        </p:grpSp>
        <p:grpSp>
          <p:nvGrpSpPr>
            <p:cNvPr id="57" name="Gruppo 56">
              <a:extLst>
                <a:ext uri="{FF2B5EF4-FFF2-40B4-BE49-F238E27FC236}">
                  <a16:creationId xmlns:a16="http://schemas.microsoft.com/office/drawing/2014/main" id="{C502B5B1-A166-9DEB-480D-DA8A703ADE7A}"/>
                </a:ext>
              </a:extLst>
            </p:cNvPr>
            <p:cNvGrpSpPr/>
            <p:nvPr/>
          </p:nvGrpSpPr>
          <p:grpSpPr>
            <a:xfrm>
              <a:off x="8905240" y="6168821"/>
              <a:ext cx="2590800" cy="548640"/>
              <a:chOff x="1402080" y="629920"/>
              <a:chExt cx="2590800" cy="548640"/>
            </a:xfrm>
          </p:grpSpPr>
          <p:sp>
            <p:nvSpPr>
              <p:cNvPr id="58" name="Ovale 57">
                <a:extLst>
                  <a:ext uri="{FF2B5EF4-FFF2-40B4-BE49-F238E27FC236}">
                    <a16:creationId xmlns:a16="http://schemas.microsoft.com/office/drawing/2014/main" id="{7C89C7E4-ACB0-057A-0398-8676EB4F57C2}"/>
                  </a:ext>
                </a:extLst>
              </p:cNvPr>
              <p:cNvSpPr/>
              <p:nvPr/>
            </p:nvSpPr>
            <p:spPr>
              <a:xfrm>
                <a:off x="1402080" y="629920"/>
                <a:ext cx="619760" cy="54864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" name="CasellaDiTesto 58">
                <a:extLst>
                  <a:ext uri="{FF2B5EF4-FFF2-40B4-BE49-F238E27FC236}">
                    <a16:creationId xmlns:a16="http://schemas.microsoft.com/office/drawing/2014/main" id="{C032313B-7029-4DA6-5851-1221284EF24E}"/>
                  </a:ext>
                </a:extLst>
              </p:cNvPr>
              <p:cNvSpPr txBox="1"/>
              <p:nvPr/>
            </p:nvSpPr>
            <p:spPr>
              <a:xfrm>
                <a:off x="2123440" y="719574"/>
                <a:ext cx="18694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Pass</a:t>
                </a:r>
              </a:p>
            </p:txBody>
          </p:sp>
        </p:grpSp>
        <p:grpSp>
          <p:nvGrpSpPr>
            <p:cNvPr id="60" name="Gruppo 59">
              <a:extLst>
                <a:ext uri="{FF2B5EF4-FFF2-40B4-BE49-F238E27FC236}">
                  <a16:creationId xmlns:a16="http://schemas.microsoft.com/office/drawing/2014/main" id="{A662294A-9F74-C01E-5EB2-4DEDF5FDD30A}"/>
                </a:ext>
              </a:extLst>
            </p:cNvPr>
            <p:cNvGrpSpPr/>
            <p:nvPr/>
          </p:nvGrpSpPr>
          <p:grpSpPr>
            <a:xfrm>
              <a:off x="8905240" y="4876331"/>
              <a:ext cx="2590800" cy="548640"/>
              <a:chOff x="1402080" y="629920"/>
              <a:chExt cx="2590800" cy="548640"/>
            </a:xfrm>
          </p:grpSpPr>
          <p:sp>
            <p:nvSpPr>
              <p:cNvPr id="61" name="Ovale 60">
                <a:extLst>
                  <a:ext uri="{FF2B5EF4-FFF2-40B4-BE49-F238E27FC236}">
                    <a16:creationId xmlns:a16="http://schemas.microsoft.com/office/drawing/2014/main" id="{5F287155-F8DF-6845-1365-4BDB7B3A0326}"/>
                  </a:ext>
                </a:extLst>
              </p:cNvPr>
              <p:cNvSpPr/>
              <p:nvPr/>
            </p:nvSpPr>
            <p:spPr>
              <a:xfrm>
                <a:off x="1402080" y="629920"/>
                <a:ext cx="619760" cy="548640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2" name="CasellaDiTesto 61">
                <a:extLst>
                  <a:ext uri="{FF2B5EF4-FFF2-40B4-BE49-F238E27FC236}">
                    <a16:creationId xmlns:a16="http://schemas.microsoft.com/office/drawing/2014/main" id="{F1F1E4E5-A7E0-B53B-222F-7FA999E9E381}"/>
                  </a:ext>
                </a:extLst>
              </p:cNvPr>
              <p:cNvSpPr txBox="1"/>
              <p:nvPr/>
            </p:nvSpPr>
            <p:spPr>
              <a:xfrm>
                <a:off x="2123440" y="719574"/>
                <a:ext cx="18694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/>
                  <a:t>Implemented</a:t>
                </a:r>
                <a:endParaRPr lang="it-IT" dirty="0"/>
              </a:p>
            </p:txBody>
          </p:sp>
        </p:grpSp>
        <p:grpSp>
          <p:nvGrpSpPr>
            <p:cNvPr id="64" name="Gruppo 63">
              <a:extLst>
                <a:ext uri="{FF2B5EF4-FFF2-40B4-BE49-F238E27FC236}">
                  <a16:creationId xmlns:a16="http://schemas.microsoft.com/office/drawing/2014/main" id="{49FA7697-1070-9CD2-AABA-E4B0BAFFF6EE}"/>
                </a:ext>
              </a:extLst>
            </p:cNvPr>
            <p:cNvGrpSpPr/>
            <p:nvPr/>
          </p:nvGrpSpPr>
          <p:grpSpPr>
            <a:xfrm>
              <a:off x="8905240" y="5551503"/>
              <a:ext cx="2590800" cy="548640"/>
              <a:chOff x="1402080" y="629920"/>
              <a:chExt cx="2590800" cy="548640"/>
            </a:xfrm>
          </p:grpSpPr>
          <p:sp>
            <p:nvSpPr>
              <p:cNvPr id="65" name="Ovale 64">
                <a:extLst>
                  <a:ext uri="{FF2B5EF4-FFF2-40B4-BE49-F238E27FC236}">
                    <a16:creationId xmlns:a16="http://schemas.microsoft.com/office/drawing/2014/main" id="{B1F8D0DA-96D4-FCAF-9D60-329F1ACFE6DB}"/>
                  </a:ext>
                </a:extLst>
              </p:cNvPr>
              <p:cNvSpPr/>
              <p:nvPr/>
            </p:nvSpPr>
            <p:spPr>
              <a:xfrm>
                <a:off x="1402080" y="629920"/>
                <a:ext cx="619760" cy="54864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6" name="CasellaDiTesto 65">
                <a:extLst>
                  <a:ext uri="{FF2B5EF4-FFF2-40B4-BE49-F238E27FC236}">
                    <a16:creationId xmlns:a16="http://schemas.microsoft.com/office/drawing/2014/main" id="{BF8AD3B7-79E5-7A22-37FF-DCB88BC61681}"/>
                  </a:ext>
                </a:extLst>
              </p:cNvPr>
              <p:cNvSpPr txBox="1"/>
              <p:nvPr/>
            </p:nvSpPr>
            <p:spPr>
              <a:xfrm>
                <a:off x="2123440" y="719574"/>
                <a:ext cx="18694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/>
                  <a:t>Controlled</a:t>
                </a:r>
                <a:r>
                  <a:rPr lang="it-IT" dirty="0"/>
                  <a:t> </a:t>
                </a:r>
                <a:r>
                  <a:rPr lang="it-IT" dirty="0" err="1"/>
                  <a:t>fail</a:t>
                </a:r>
                <a:endParaRPr lang="it-IT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0243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6E239-20E0-F636-7F3A-62C4AE462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o 10">
            <a:extLst>
              <a:ext uri="{FF2B5EF4-FFF2-40B4-BE49-F238E27FC236}">
                <a16:creationId xmlns:a16="http://schemas.microsoft.com/office/drawing/2014/main" id="{20409D5E-D6BA-73C9-F554-B0C5657706CF}"/>
              </a:ext>
            </a:extLst>
          </p:cNvPr>
          <p:cNvGrpSpPr/>
          <p:nvPr/>
        </p:nvGrpSpPr>
        <p:grpSpPr>
          <a:xfrm>
            <a:off x="1006517" y="3442034"/>
            <a:ext cx="1869440" cy="875545"/>
            <a:chOff x="996357" y="629920"/>
            <a:chExt cx="1869440" cy="875545"/>
          </a:xfrm>
        </p:grpSpPr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E07193F3-1923-133D-23EF-F5A98E2A7B82}"/>
                </a:ext>
              </a:extLst>
            </p:cNvPr>
            <p:cNvSpPr/>
            <p:nvPr/>
          </p:nvSpPr>
          <p:spPr>
            <a:xfrm>
              <a:off x="1621197" y="629920"/>
              <a:ext cx="61976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474C5020-7194-A6E0-F565-1B4E8329B0EA}"/>
                </a:ext>
              </a:extLst>
            </p:cNvPr>
            <p:cNvSpPr txBox="1"/>
            <p:nvPr/>
          </p:nvSpPr>
          <p:spPr>
            <a:xfrm>
              <a:off x="996357" y="1136133"/>
              <a:ext cx="1869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dirty="0"/>
                <a:t>parser.rs</a:t>
              </a:r>
            </a:p>
          </p:txBody>
        </p:sp>
      </p:grpSp>
      <p:sp>
        <p:nvSpPr>
          <p:cNvPr id="52" name="Titolo 51">
            <a:extLst>
              <a:ext uri="{FF2B5EF4-FFF2-40B4-BE49-F238E27FC236}">
                <a16:creationId xmlns:a16="http://schemas.microsoft.com/office/drawing/2014/main" id="{D336E82B-D672-90B1-2499-33DF01BF0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Test </a:t>
            </a:r>
            <a:r>
              <a:rPr lang="it-IT" dirty="0" err="1"/>
              <a:t>phase</a:t>
            </a:r>
            <a:r>
              <a:rPr lang="it-IT" dirty="0"/>
              <a:t> 2/3</a:t>
            </a:r>
            <a:endParaRPr lang="en-GB"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23D1A906-76CB-44D2-5917-08156F9D2BD2}"/>
              </a:ext>
            </a:extLst>
          </p:cNvPr>
          <p:cNvGrpSpPr/>
          <p:nvPr/>
        </p:nvGrpSpPr>
        <p:grpSpPr>
          <a:xfrm>
            <a:off x="2347637" y="3442034"/>
            <a:ext cx="1869440" cy="875545"/>
            <a:chOff x="996357" y="629920"/>
            <a:chExt cx="1869440" cy="875545"/>
          </a:xfrm>
        </p:grpSpPr>
        <p:sp>
          <p:nvSpPr>
            <p:cNvPr id="3" name="Ovale 2">
              <a:extLst>
                <a:ext uri="{FF2B5EF4-FFF2-40B4-BE49-F238E27FC236}">
                  <a16:creationId xmlns:a16="http://schemas.microsoft.com/office/drawing/2014/main" id="{8D9C108B-B09D-16E8-FF44-8FA1AEAFFF5D}"/>
                </a:ext>
              </a:extLst>
            </p:cNvPr>
            <p:cNvSpPr/>
            <p:nvPr/>
          </p:nvSpPr>
          <p:spPr>
            <a:xfrm>
              <a:off x="1621197" y="629920"/>
              <a:ext cx="61976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5CF6416C-C314-1982-5E72-FDD77F614ABC}"/>
                </a:ext>
              </a:extLst>
            </p:cNvPr>
            <p:cNvSpPr txBox="1"/>
            <p:nvPr/>
          </p:nvSpPr>
          <p:spPr>
            <a:xfrm>
              <a:off x="996357" y="1136133"/>
              <a:ext cx="1869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dirty="0"/>
                <a:t>ast.rs</a:t>
              </a:r>
            </a:p>
          </p:txBody>
        </p:sp>
      </p:grpSp>
      <p:grpSp>
        <p:nvGrpSpPr>
          <p:cNvPr id="5" name="Gruppo 4">
            <a:extLst>
              <a:ext uri="{FF2B5EF4-FFF2-40B4-BE49-F238E27FC236}">
                <a16:creationId xmlns:a16="http://schemas.microsoft.com/office/drawing/2014/main" id="{3004FDEC-D0F2-CF00-11EF-9DCA92F930C4}"/>
              </a:ext>
            </a:extLst>
          </p:cNvPr>
          <p:cNvGrpSpPr/>
          <p:nvPr/>
        </p:nvGrpSpPr>
        <p:grpSpPr>
          <a:xfrm>
            <a:off x="2347637" y="4573981"/>
            <a:ext cx="1869440" cy="875545"/>
            <a:chOff x="996357" y="629920"/>
            <a:chExt cx="1869440" cy="875545"/>
          </a:xfrm>
        </p:grpSpPr>
        <p:sp>
          <p:nvSpPr>
            <p:cNvPr id="6" name="Ovale 5">
              <a:extLst>
                <a:ext uri="{FF2B5EF4-FFF2-40B4-BE49-F238E27FC236}">
                  <a16:creationId xmlns:a16="http://schemas.microsoft.com/office/drawing/2014/main" id="{47783ACC-9735-65AB-1E17-FAA5C667BFA6}"/>
                </a:ext>
              </a:extLst>
            </p:cNvPr>
            <p:cNvSpPr/>
            <p:nvPr/>
          </p:nvSpPr>
          <p:spPr>
            <a:xfrm>
              <a:off x="1621197" y="629920"/>
              <a:ext cx="61976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72DC6CE3-7EC4-C1E9-DE6D-9AE56A8E69E4}"/>
                </a:ext>
              </a:extLst>
            </p:cNvPr>
            <p:cNvSpPr txBox="1"/>
            <p:nvPr/>
          </p:nvSpPr>
          <p:spPr>
            <a:xfrm>
              <a:off x="996357" y="1136133"/>
              <a:ext cx="1869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dirty="0"/>
                <a:t>coder.rs</a:t>
              </a:r>
            </a:p>
          </p:txBody>
        </p:sp>
      </p:grpSp>
      <p:grpSp>
        <p:nvGrpSpPr>
          <p:cNvPr id="8" name="Gruppo 7">
            <a:extLst>
              <a:ext uri="{FF2B5EF4-FFF2-40B4-BE49-F238E27FC236}">
                <a16:creationId xmlns:a16="http://schemas.microsoft.com/office/drawing/2014/main" id="{227CBF80-E4FA-733C-478A-8AF289D987D0}"/>
              </a:ext>
            </a:extLst>
          </p:cNvPr>
          <p:cNvGrpSpPr/>
          <p:nvPr/>
        </p:nvGrpSpPr>
        <p:grpSpPr>
          <a:xfrm>
            <a:off x="4617041" y="3603361"/>
            <a:ext cx="1869440" cy="896821"/>
            <a:chOff x="1396321" y="281739"/>
            <a:chExt cx="1869440" cy="896821"/>
          </a:xfrm>
        </p:grpSpPr>
        <p:sp>
          <p:nvSpPr>
            <p:cNvPr id="21" name="Ovale 20">
              <a:extLst>
                <a:ext uri="{FF2B5EF4-FFF2-40B4-BE49-F238E27FC236}">
                  <a16:creationId xmlns:a16="http://schemas.microsoft.com/office/drawing/2014/main" id="{11E45878-53F0-5252-B4C1-4DC55D713C7E}"/>
                </a:ext>
              </a:extLst>
            </p:cNvPr>
            <p:cNvSpPr/>
            <p:nvPr/>
          </p:nvSpPr>
          <p:spPr>
            <a:xfrm>
              <a:off x="1621197" y="629920"/>
              <a:ext cx="61976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99089D13-C7E0-3F8B-D398-3A56319AF864}"/>
                </a:ext>
              </a:extLst>
            </p:cNvPr>
            <p:cNvSpPr txBox="1"/>
            <p:nvPr/>
          </p:nvSpPr>
          <p:spPr>
            <a:xfrm>
              <a:off x="1396321" y="281739"/>
              <a:ext cx="1869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dirty="0"/>
                <a:t>K2Coder</a:t>
              </a:r>
            </a:p>
          </p:txBody>
        </p:sp>
      </p:grp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E2ACCFE1-547B-6B31-C3DA-59C66E119592}"/>
              </a:ext>
            </a:extLst>
          </p:cNvPr>
          <p:cNvCxnSpPr>
            <a:stCxn id="9" idx="6"/>
            <a:endCxn id="3" idx="2"/>
          </p:cNvCxnSpPr>
          <p:nvPr/>
        </p:nvCxnSpPr>
        <p:spPr>
          <a:xfrm>
            <a:off x="2251117" y="3716354"/>
            <a:ext cx="7213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ttore a gomito 46">
            <a:extLst>
              <a:ext uri="{FF2B5EF4-FFF2-40B4-BE49-F238E27FC236}">
                <a16:creationId xmlns:a16="http://schemas.microsoft.com/office/drawing/2014/main" id="{B8AB251D-3E1E-18C9-713A-DC94966934CF}"/>
              </a:ext>
            </a:extLst>
          </p:cNvPr>
          <p:cNvCxnSpPr>
            <a:cxnSpLocks/>
            <a:stCxn id="3" idx="6"/>
            <a:endCxn id="21" idx="1"/>
          </p:cNvCxnSpPr>
          <p:nvPr/>
        </p:nvCxnSpPr>
        <p:spPr>
          <a:xfrm>
            <a:off x="3592237" y="3716354"/>
            <a:ext cx="1340442" cy="31553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a gomito 49">
            <a:extLst>
              <a:ext uri="{FF2B5EF4-FFF2-40B4-BE49-F238E27FC236}">
                <a16:creationId xmlns:a16="http://schemas.microsoft.com/office/drawing/2014/main" id="{2BD68FD1-9AC5-775A-EF32-925406529C11}"/>
              </a:ext>
            </a:extLst>
          </p:cNvPr>
          <p:cNvCxnSpPr>
            <a:stCxn id="6" idx="6"/>
            <a:endCxn id="21" idx="3"/>
          </p:cNvCxnSpPr>
          <p:nvPr/>
        </p:nvCxnSpPr>
        <p:spPr>
          <a:xfrm flipV="1">
            <a:off x="3592237" y="4419836"/>
            <a:ext cx="1340442" cy="42846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Gruppo 50">
            <a:extLst>
              <a:ext uri="{FF2B5EF4-FFF2-40B4-BE49-F238E27FC236}">
                <a16:creationId xmlns:a16="http://schemas.microsoft.com/office/drawing/2014/main" id="{82E8D4FD-7CB8-478E-E92F-45BCC5EEFDE6}"/>
              </a:ext>
            </a:extLst>
          </p:cNvPr>
          <p:cNvGrpSpPr/>
          <p:nvPr/>
        </p:nvGrpSpPr>
        <p:grpSpPr>
          <a:xfrm>
            <a:off x="7523479" y="3919275"/>
            <a:ext cx="1869440" cy="875545"/>
            <a:chOff x="996357" y="629920"/>
            <a:chExt cx="1869440" cy="875545"/>
          </a:xfrm>
        </p:grpSpPr>
        <p:sp>
          <p:nvSpPr>
            <p:cNvPr id="53" name="Ovale 52">
              <a:extLst>
                <a:ext uri="{FF2B5EF4-FFF2-40B4-BE49-F238E27FC236}">
                  <a16:creationId xmlns:a16="http://schemas.microsoft.com/office/drawing/2014/main" id="{E6349D3E-53E7-CD44-E9B4-D61AF3E7934C}"/>
                </a:ext>
              </a:extLst>
            </p:cNvPr>
            <p:cNvSpPr/>
            <p:nvPr/>
          </p:nvSpPr>
          <p:spPr>
            <a:xfrm>
              <a:off x="1621197" y="629920"/>
              <a:ext cx="61976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CasellaDiTesto 53">
              <a:extLst>
                <a:ext uri="{FF2B5EF4-FFF2-40B4-BE49-F238E27FC236}">
                  <a16:creationId xmlns:a16="http://schemas.microsoft.com/office/drawing/2014/main" id="{DC68C38E-2BA2-E273-6932-D5FA99065A5E}"/>
                </a:ext>
              </a:extLst>
            </p:cNvPr>
            <p:cNvSpPr txBox="1"/>
            <p:nvPr/>
          </p:nvSpPr>
          <p:spPr>
            <a:xfrm>
              <a:off x="996357" y="1136133"/>
              <a:ext cx="1869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dirty="0"/>
                <a:t>ast.rs</a:t>
              </a:r>
            </a:p>
          </p:txBody>
        </p:sp>
      </p:grpSp>
      <p:grpSp>
        <p:nvGrpSpPr>
          <p:cNvPr id="55" name="Gruppo 54">
            <a:extLst>
              <a:ext uri="{FF2B5EF4-FFF2-40B4-BE49-F238E27FC236}">
                <a16:creationId xmlns:a16="http://schemas.microsoft.com/office/drawing/2014/main" id="{1E5677E0-40CC-785D-ECCE-F20B440CA6A0}"/>
              </a:ext>
            </a:extLst>
          </p:cNvPr>
          <p:cNvGrpSpPr/>
          <p:nvPr/>
        </p:nvGrpSpPr>
        <p:grpSpPr>
          <a:xfrm>
            <a:off x="5648959" y="3943721"/>
            <a:ext cx="1869440" cy="875545"/>
            <a:chOff x="996357" y="629920"/>
            <a:chExt cx="1869440" cy="875545"/>
          </a:xfrm>
        </p:grpSpPr>
        <p:sp>
          <p:nvSpPr>
            <p:cNvPr id="56" name="Ovale 55">
              <a:extLst>
                <a:ext uri="{FF2B5EF4-FFF2-40B4-BE49-F238E27FC236}">
                  <a16:creationId xmlns:a16="http://schemas.microsoft.com/office/drawing/2014/main" id="{254A643C-DAAA-7B4B-4015-1CA50BD07A26}"/>
                </a:ext>
              </a:extLst>
            </p:cNvPr>
            <p:cNvSpPr/>
            <p:nvPr/>
          </p:nvSpPr>
          <p:spPr>
            <a:xfrm>
              <a:off x="1621197" y="629920"/>
              <a:ext cx="61976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CasellaDiTesto 56">
              <a:extLst>
                <a:ext uri="{FF2B5EF4-FFF2-40B4-BE49-F238E27FC236}">
                  <a16:creationId xmlns:a16="http://schemas.microsoft.com/office/drawing/2014/main" id="{56F5E56F-7023-D1F8-04EB-3CC40FF861FE}"/>
                </a:ext>
              </a:extLst>
            </p:cNvPr>
            <p:cNvSpPr txBox="1"/>
            <p:nvPr/>
          </p:nvSpPr>
          <p:spPr>
            <a:xfrm>
              <a:off x="996357" y="1136133"/>
              <a:ext cx="1869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dirty="0"/>
                <a:t>library.rs</a:t>
              </a:r>
            </a:p>
          </p:txBody>
        </p:sp>
      </p:grpSp>
      <p:cxnSp>
        <p:nvCxnSpPr>
          <p:cNvPr id="58" name="Connettore 2 57">
            <a:extLst>
              <a:ext uri="{FF2B5EF4-FFF2-40B4-BE49-F238E27FC236}">
                <a16:creationId xmlns:a16="http://schemas.microsoft.com/office/drawing/2014/main" id="{7A211B0C-D40F-51D9-A625-4A79180F5322}"/>
              </a:ext>
            </a:extLst>
          </p:cNvPr>
          <p:cNvCxnSpPr>
            <a:cxnSpLocks/>
            <a:endCxn id="53" idx="2"/>
          </p:cNvCxnSpPr>
          <p:nvPr/>
        </p:nvCxnSpPr>
        <p:spPr>
          <a:xfrm>
            <a:off x="6898639" y="4193595"/>
            <a:ext cx="12496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75547303-CF98-B6DC-5488-865C6135C46E}"/>
              </a:ext>
            </a:extLst>
          </p:cNvPr>
          <p:cNvCxnSpPr>
            <a:cxnSpLocks/>
            <a:stCxn id="53" idx="6"/>
            <a:endCxn id="61" idx="2"/>
          </p:cNvCxnSpPr>
          <p:nvPr/>
        </p:nvCxnSpPr>
        <p:spPr>
          <a:xfrm>
            <a:off x="8768079" y="4193595"/>
            <a:ext cx="10661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2E9ECAA2-5620-7B61-421E-D6CD6D17DCF3}"/>
              </a:ext>
            </a:extLst>
          </p:cNvPr>
          <p:cNvGrpSpPr/>
          <p:nvPr/>
        </p:nvGrpSpPr>
        <p:grpSpPr>
          <a:xfrm>
            <a:off x="9209362" y="3919275"/>
            <a:ext cx="1869440" cy="875545"/>
            <a:chOff x="996357" y="629920"/>
            <a:chExt cx="1869440" cy="875545"/>
          </a:xfrm>
        </p:grpSpPr>
        <p:sp>
          <p:nvSpPr>
            <p:cNvPr id="61" name="Ovale 60">
              <a:extLst>
                <a:ext uri="{FF2B5EF4-FFF2-40B4-BE49-F238E27FC236}">
                  <a16:creationId xmlns:a16="http://schemas.microsoft.com/office/drawing/2014/main" id="{70DEF68E-0656-DABE-C624-2F686F78EA72}"/>
                </a:ext>
              </a:extLst>
            </p:cNvPr>
            <p:cNvSpPr/>
            <p:nvPr/>
          </p:nvSpPr>
          <p:spPr>
            <a:xfrm>
              <a:off x="1621197" y="629920"/>
              <a:ext cx="619760" cy="5486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CasellaDiTesto 61">
              <a:extLst>
                <a:ext uri="{FF2B5EF4-FFF2-40B4-BE49-F238E27FC236}">
                  <a16:creationId xmlns:a16="http://schemas.microsoft.com/office/drawing/2014/main" id="{3C566BD0-0C48-C6FF-3C10-B229BDA081D0}"/>
                </a:ext>
              </a:extLst>
            </p:cNvPr>
            <p:cNvSpPr txBox="1"/>
            <p:nvPr/>
          </p:nvSpPr>
          <p:spPr>
            <a:xfrm>
              <a:off x="996357" y="1136133"/>
              <a:ext cx="1869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dirty="0"/>
                <a:t>K2Coder</a:t>
              </a:r>
            </a:p>
          </p:txBody>
        </p:sp>
      </p:grpSp>
      <p:cxnSp>
        <p:nvCxnSpPr>
          <p:cNvPr id="64" name="Connettore 2 63">
            <a:extLst>
              <a:ext uri="{FF2B5EF4-FFF2-40B4-BE49-F238E27FC236}">
                <a16:creationId xmlns:a16="http://schemas.microsoft.com/office/drawing/2014/main" id="{762797B2-70DB-7044-D5BC-294012C24F5D}"/>
              </a:ext>
            </a:extLst>
          </p:cNvPr>
          <p:cNvCxnSpPr>
            <a:stCxn id="21" idx="6"/>
            <a:endCxn id="56" idx="2"/>
          </p:cNvCxnSpPr>
          <p:nvPr/>
        </p:nvCxnSpPr>
        <p:spPr>
          <a:xfrm flipV="1">
            <a:off x="5461677" y="4218041"/>
            <a:ext cx="812122" cy="7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ttore diritto 65">
            <a:extLst>
              <a:ext uri="{FF2B5EF4-FFF2-40B4-BE49-F238E27FC236}">
                <a16:creationId xmlns:a16="http://schemas.microsoft.com/office/drawing/2014/main" id="{A909DD14-6212-EF82-6833-DB8DE7371587}"/>
              </a:ext>
            </a:extLst>
          </p:cNvPr>
          <p:cNvCxnSpPr>
            <a:cxnSpLocks/>
          </p:cNvCxnSpPr>
          <p:nvPr/>
        </p:nvCxnSpPr>
        <p:spPr>
          <a:xfrm flipV="1">
            <a:off x="5730240" y="2929528"/>
            <a:ext cx="0" cy="31359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F28008CA-46F1-1849-06F0-9DF46233D23C}"/>
              </a:ext>
            </a:extLst>
          </p:cNvPr>
          <p:cNvSpPr txBox="1"/>
          <p:nvPr/>
        </p:nvSpPr>
        <p:spPr>
          <a:xfrm>
            <a:off x="3707668" y="5506720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Phase</a:t>
            </a:r>
            <a:r>
              <a:rPr lang="it-IT" dirty="0"/>
              <a:t> 2</a:t>
            </a:r>
            <a:endParaRPr lang="en-GB" dirty="0"/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7C177366-A36C-B77C-E2CC-6D6C051EC004}"/>
              </a:ext>
            </a:extLst>
          </p:cNvPr>
          <p:cNvSpPr txBox="1"/>
          <p:nvPr/>
        </p:nvSpPr>
        <p:spPr>
          <a:xfrm>
            <a:off x="7799609" y="5506720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Phase</a:t>
            </a:r>
            <a:r>
              <a:rPr lang="it-IT" dirty="0"/>
              <a:t> 3</a:t>
            </a:r>
            <a:endParaRPr lang="en-GB" dirty="0"/>
          </a:p>
        </p:txBody>
      </p:sp>
      <p:grpSp>
        <p:nvGrpSpPr>
          <p:cNvPr id="79" name="Gruppo 78">
            <a:extLst>
              <a:ext uri="{FF2B5EF4-FFF2-40B4-BE49-F238E27FC236}">
                <a16:creationId xmlns:a16="http://schemas.microsoft.com/office/drawing/2014/main" id="{5FE2EDA6-D9D8-BC20-10C7-3EF23785025F}"/>
              </a:ext>
            </a:extLst>
          </p:cNvPr>
          <p:cNvGrpSpPr/>
          <p:nvPr/>
        </p:nvGrpSpPr>
        <p:grpSpPr>
          <a:xfrm>
            <a:off x="8844281" y="1027906"/>
            <a:ext cx="2590800" cy="2450262"/>
            <a:chOff x="8905240" y="4267199"/>
            <a:chExt cx="2590800" cy="2450262"/>
          </a:xfrm>
        </p:grpSpPr>
        <p:grpSp>
          <p:nvGrpSpPr>
            <p:cNvPr id="80" name="Gruppo 79">
              <a:extLst>
                <a:ext uri="{FF2B5EF4-FFF2-40B4-BE49-F238E27FC236}">
                  <a16:creationId xmlns:a16="http://schemas.microsoft.com/office/drawing/2014/main" id="{0BDFA94D-3ACD-9E6A-DA09-828A3515D885}"/>
                </a:ext>
              </a:extLst>
            </p:cNvPr>
            <p:cNvGrpSpPr/>
            <p:nvPr/>
          </p:nvGrpSpPr>
          <p:grpSpPr>
            <a:xfrm>
              <a:off x="8905240" y="4267199"/>
              <a:ext cx="2590800" cy="548640"/>
              <a:chOff x="1402080" y="629920"/>
              <a:chExt cx="2590800" cy="548640"/>
            </a:xfrm>
          </p:grpSpPr>
          <p:sp>
            <p:nvSpPr>
              <p:cNvPr id="90" name="Ovale 89">
                <a:extLst>
                  <a:ext uri="{FF2B5EF4-FFF2-40B4-BE49-F238E27FC236}">
                    <a16:creationId xmlns:a16="http://schemas.microsoft.com/office/drawing/2014/main" id="{8901CDFD-6EEE-53E3-734D-9E2683E22AED}"/>
                  </a:ext>
                </a:extLst>
              </p:cNvPr>
              <p:cNvSpPr/>
              <p:nvPr/>
            </p:nvSpPr>
            <p:spPr>
              <a:xfrm>
                <a:off x="1402080" y="629920"/>
                <a:ext cx="619760" cy="54864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1" name="CasellaDiTesto 90">
                <a:extLst>
                  <a:ext uri="{FF2B5EF4-FFF2-40B4-BE49-F238E27FC236}">
                    <a16:creationId xmlns:a16="http://schemas.microsoft.com/office/drawing/2014/main" id="{629F62C1-EF3A-8F44-2E64-1DA9B785FA15}"/>
                  </a:ext>
                </a:extLst>
              </p:cNvPr>
              <p:cNvSpPr txBox="1"/>
              <p:nvPr/>
            </p:nvSpPr>
            <p:spPr>
              <a:xfrm>
                <a:off x="2123440" y="719574"/>
                <a:ext cx="18694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/>
                  <a:t>Unimplemented</a:t>
                </a:r>
                <a:endParaRPr lang="it-IT" dirty="0"/>
              </a:p>
            </p:txBody>
          </p:sp>
        </p:grpSp>
        <p:grpSp>
          <p:nvGrpSpPr>
            <p:cNvPr id="81" name="Gruppo 80">
              <a:extLst>
                <a:ext uri="{FF2B5EF4-FFF2-40B4-BE49-F238E27FC236}">
                  <a16:creationId xmlns:a16="http://schemas.microsoft.com/office/drawing/2014/main" id="{B1432E1E-6355-77B6-5A8B-79655E5D8DB0}"/>
                </a:ext>
              </a:extLst>
            </p:cNvPr>
            <p:cNvGrpSpPr/>
            <p:nvPr/>
          </p:nvGrpSpPr>
          <p:grpSpPr>
            <a:xfrm>
              <a:off x="8905240" y="6168821"/>
              <a:ext cx="2590800" cy="548640"/>
              <a:chOff x="1402080" y="629920"/>
              <a:chExt cx="2590800" cy="548640"/>
            </a:xfrm>
          </p:grpSpPr>
          <p:sp>
            <p:nvSpPr>
              <p:cNvPr id="88" name="Ovale 87">
                <a:extLst>
                  <a:ext uri="{FF2B5EF4-FFF2-40B4-BE49-F238E27FC236}">
                    <a16:creationId xmlns:a16="http://schemas.microsoft.com/office/drawing/2014/main" id="{A634B93C-842C-18DA-834D-A492644312E4}"/>
                  </a:ext>
                </a:extLst>
              </p:cNvPr>
              <p:cNvSpPr/>
              <p:nvPr/>
            </p:nvSpPr>
            <p:spPr>
              <a:xfrm>
                <a:off x="1402080" y="629920"/>
                <a:ext cx="619760" cy="54864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9" name="CasellaDiTesto 88">
                <a:extLst>
                  <a:ext uri="{FF2B5EF4-FFF2-40B4-BE49-F238E27FC236}">
                    <a16:creationId xmlns:a16="http://schemas.microsoft.com/office/drawing/2014/main" id="{51E96B78-9A1B-32A8-6B28-AAC7033ACAEE}"/>
                  </a:ext>
                </a:extLst>
              </p:cNvPr>
              <p:cNvSpPr txBox="1"/>
              <p:nvPr/>
            </p:nvSpPr>
            <p:spPr>
              <a:xfrm>
                <a:off x="2123440" y="719574"/>
                <a:ext cx="18694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Pass</a:t>
                </a:r>
              </a:p>
            </p:txBody>
          </p:sp>
        </p:grpSp>
        <p:grpSp>
          <p:nvGrpSpPr>
            <p:cNvPr id="82" name="Gruppo 81">
              <a:extLst>
                <a:ext uri="{FF2B5EF4-FFF2-40B4-BE49-F238E27FC236}">
                  <a16:creationId xmlns:a16="http://schemas.microsoft.com/office/drawing/2014/main" id="{0D0B04D6-5203-E528-FF89-0680F1790C91}"/>
                </a:ext>
              </a:extLst>
            </p:cNvPr>
            <p:cNvGrpSpPr/>
            <p:nvPr/>
          </p:nvGrpSpPr>
          <p:grpSpPr>
            <a:xfrm>
              <a:off x="8905240" y="4876331"/>
              <a:ext cx="2590800" cy="548640"/>
              <a:chOff x="1402080" y="629920"/>
              <a:chExt cx="2590800" cy="548640"/>
            </a:xfrm>
          </p:grpSpPr>
          <p:sp>
            <p:nvSpPr>
              <p:cNvPr id="86" name="Ovale 85">
                <a:extLst>
                  <a:ext uri="{FF2B5EF4-FFF2-40B4-BE49-F238E27FC236}">
                    <a16:creationId xmlns:a16="http://schemas.microsoft.com/office/drawing/2014/main" id="{70DD8EC3-88E1-BADD-3068-3F924CA09024}"/>
                  </a:ext>
                </a:extLst>
              </p:cNvPr>
              <p:cNvSpPr/>
              <p:nvPr/>
            </p:nvSpPr>
            <p:spPr>
              <a:xfrm>
                <a:off x="1402080" y="629920"/>
                <a:ext cx="619760" cy="548640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7" name="CasellaDiTesto 86">
                <a:extLst>
                  <a:ext uri="{FF2B5EF4-FFF2-40B4-BE49-F238E27FC236}">
                    <a16:creationId xmlns:a16="http://schemas.microsoft.com/office/drawing/2014/main" id="{F58FF298-7E5E-4454-2F6B-7A4B8C1A7DF6}"/>
                  </a:ext>
                </a:extLst>
              </p:cNvPr>
              <p:cNvSpPr txBox="1"/>
              <p:nvPr/>
            </p:nvSpPr>
            <p:spPr>
              <a:xfrm>
                <a:off x="2123440" y="719574"/>
                <a:ext cx="18694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/>
                  <a:t>Implemented</a:t>
                </a:r>
                <a:endParaRPr lang="it-IT" dirty="0"/>
              </a:p>
            </p:txBody>
          </p:sp>
        </p:grpSp>
        <p:grpSp>
          <p:nvGrpSpPr>
            <p:cNvPr id="83" name="Gruppo 82">
              <a:extLst>
                <a:ext uri="{FF2B5EF4-FFF2-40B4-BE49-F238E27FC236}">
                  <a16:creationId xmlns:a16="http://schemas.microsoft.com/office/drawing/2014/main" id="{257DE655-B159-C6C0-C880-8EA896A1603B}"/>
                </a:ext>
              </a:extLst>
            </p:cNvPr>
            <p:cNvGrpSpPr/>
            <p:nvPr/>
          </p:nvGrpSpPr>
          <p:grpSpPr>
            <a:xfrm>
              <a:off x="8905240" y="5551503"/>
              <a:ext cx="2590800" cy="548640"/>
              <a:chOff x="1402080" y="629920"/>
              <a:chExt cx="2590800" cy="548640"/>
            </a:xfrm>
          </p:grpSpPr>
          <p:sp>
            <p:nvSpPr>
              <p:cNvPr id="84" name="Ovale 83">
                <a:extLst>
                  <a:ext uri="{FF2B5EF4-FFF2-40B4-BE49-F238E27FC236}">
                    <a16:creationId xmlns:a16="http://schemas.microsoft.com/office/drawing/2014/main" id="{46AD259F-E19B-51C2-ED5F-DC12728E1B5E}"/>
                  </a:ext>
                </a:extLst>
              </p:cNvPr>
              <p:cNvSpPr/>
              <p:nvPr/>
            </p:nvSpPr>
            <p:spPr>
              <a:xfrm>
                <a:off x="1402080" y="629920"/>
                <a:ext cx="619760" cy="54864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5" name="CasellaDiTesto 84">
                <a:extLst>
                  <a:ext uri="{FF2B5EF4-FFF2-40B4-BE49-F238E27FC236}">
                    <a16:creationId xmlns:a16="http://schemas.microsoft.com/office/drawing/2014/main" id="{5728EE35-29A9-920B-B708-67C32728BAA5}"/>
                  </a:ext>
                </a:extLst>
              </p:cNvPr>
              <p:cNvSpPr txBox="1"/>
              <p:nvPr/>
            </p:nvSpPr>
            <p:spPr>
              <a:xfrm>
                <a:off x="2123440" y="719574"/>
                <a:ext cx="18694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 err="1"/>
                  <a:t>Controlled</a:t>
                </a:r>
                <a:r>
                  <a:rPr lang="it-IT" dirty="0"/>
                  <a:t> </a:t>
                </a:r>
                <a:r>
                  <a:rPr lang="it-IT" dirty="0" err="1"/>
                  <a:t>fail</a:t>
                </a:r>
                <a:endParaRPr lang="it-IT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00337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2177</TotalTime>
  <Words>126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di Office</vt:lpstr>
      <vt:lpstr>K2Stream architecture</vt:lpstr>
      <vt:lpstr>K2Lang architecture</vt:lpstr>
      <vt:lpstr>K2Coder architecture</vt:lpstr>
      <vt:lpstr>Test strategy</vt:lpstr>
      <vt:lpstr>Presentazione standard di PowerPoint</vt:lpstr>
      <vt:lpstr>Test phase 1</vt:lpstr>
      <vt:lpstr>Test phase 2/3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Silvestri</dc:creator>
  <cp:lastModifiedBy>Sofia Silvestri</cp:lastModifiedBy>
  <cp:revision>7</cp:revision>
  <dcterms:created xsi:type="dcterms:W3CDTF">2026-02-21T10:58:29Z</dcterms:created>
  <dcterms:modified xsi:type="dcterms:W3CDTF">2026-02-22T23:15:48Z</dcterms:modified>
</cp:coreProperties>
</file>